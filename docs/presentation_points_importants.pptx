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des performances académiques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Objectif : analyser les facteurs influençant les résultats scolaires.</a:t>
            </a:r>
          </a:p>
          <a:p>
            <a:pPr>
              <a:defRPr sz="2000"/>
            </a:pPr>
            <a:r>
              <a:t>Dataset : 1000 étudiants, 8 variables, scores et informations socio-éducatives.</a:t>
            </a:r>
          </a:p>
          <a:p>
            <a:pPr>
              <a:defRPr sz="2000"/>
            </a:pPr>
            <a:r>
              <a:t>Questions principales : prédire, classifier, segmenter et comparer les modèles.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Cible : participation au cours de préparation au test.</a:t>
            </a:r>
          </a:p>
          <a:p>
            <a:pPr>
              <a:defRPr sz="2000"/>
            </a:pPr>
            <a:r>
              <a:t>Modèles testés : SVM, Random Forest, XGBoost, Bagging, Gradient Boosting.</a:t>
            </a:r>
          </a:p>
          <a:p>
            <a:pPr>
              <a:defRPr sz="2000"/>
            </a:pPr>
            <a:r>
              <a:t>Résultat clé : SVM linéaire meilleur (Accuracy ≈ 0.75, F1 ≈ 0.60).</a:t>
            </a:r>
          </a:p>
          <a:p>
            <a:pPr>
              <a:defRPr sz="2000"/>
            </a:pPr>
            <a:r>
              <a:t>Interprétation : la cible est faiblement séparable, les modèles simples généralisent mieux.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Objectif : prédire le score final global des élèves.</a:t>
            </a:r>
          </a:p>
          <a:p>
            <a:pPr>
              <a:defRPr sz="2000"/>
            </a:pPr>
            <a:r>
              <a:t>Modèles testés : Régression linéaire, Ridge, Lasso.</a:t>
            </a:r>
          </a:p>
          <a:p>
            <a:pPr>
              <a:defRPr sz="2000"/>
            </a:pPr>
            <a:r>
              <a:t>Meilleur modèle : Lasso (R² ≈ 0.87), montrant une bonne généralisation.</a:t>
            </a:r>
          </a:p>
          <a:p>
            <a:pPr>
              <a:defRPr sz="2000"/>
            </a:pPr>
            <a:r>
              <a:t>Insight : lecture et écriture sont des prédicteurs dominants.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Algorithme utilisé : K-Means.</a:t>
            </a:r>
          </a:p>
          <a:p>
            <a:pPr>
              <a:defRPr sz="2000"/>
            </a:pPr>
            <a:r>
              <a:t>Nombre optimal de clusters : 3 (méthode du coude + silhouette).</a:t>
            </a:r>
          </a:p>
          <a:p>
            <a:pPr>
              <a:defRPr sz="2000"/>
            </a:pPr>
            <a:r>
              <a:t>Clusters observés : performants, intermédiaires et en difficulté.</a:t>
            </a:r>
          </a:p>
          <a:p>
            <a:pPr>
              <a:defRPr sz="2000"/>
            </a:pPr>
            <a:r>
              <a:t>Interprétation : segmentation cohérente mais séparabilité modérée.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Méthodes d’ensemble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Modèles testés : Bagging, Boosting, XGBoost.</a:t>
            </a:r>
          </a:p>
          <a:p>
            <a:pPr>
              <a:defRPr sz="2000"/>
            </a:pPr>
            <a:r>
              <a:t>Performance : amélioration marginale des scores.</a:t>
            </a:r>
          </a:p>
          <a:p>
            <a:pPr>
              <a:defRPr sz="2000"/>
            </a:pPr>
            <a:r>
              <a:t>Observation clé : le SVM linéaire reste supérieur sur l’ensemble de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Meilleurs modèles observés : SVM (classification) et Lasso (régression).</a:t>
            </a:r>
          </a:p>
          <a:p>
            <a:pPr>
              <a:defRPr sz="2000"/>
            </a:pPr>
            <a:r>
              <a:t>Clustering utile pour typologie mais séparabilité limitée.</a:t>
            </a:r>
          </a:p>
          <a:p>
            <a:pPr>
              <a:defRPr sz="2000"/>
            </a:pPr>
            <a:r>
              <a:t>Perspectives : stacking, SHAP/LIME, ajout de nouvelles variables explicatives.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