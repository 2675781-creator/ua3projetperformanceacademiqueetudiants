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5B0970-38FC-5B2D-6E9C-7AC90B66C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5AE94D-2CA3-6422-43D0-07A45A76F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92935F-3FF9-73B6-F85D-CBDA08BD2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7129A1-A190-B834-1D1B-7CBFA2FA9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BBDB77-04AB-13B1-9C0D-F94D4C18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5106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59B4CE-2363-04D0-A4F4-716FF3E3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E2881D-3C95-1E4B-5507-92810A029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B5DFDA-B1A1-A25A-D5F7-95B34EE87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1163CB-DDED-FDA8-30BC-76E29D04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B5224B-DE6B-0B9E-78E5-02D2A2A7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2213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0E0F4C-1AB8-9BED-522A-237E8E33B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07E1E2-6C64-C959-A084-D36080ECB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C9AC12-5639-8668-6058-8BB5D8D5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FA6386-27BB-4237-931B-7678611C6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6FB1C9-3488-ED55-213F-9FD1DEE5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21511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6F35F2-CC12-6DBD-5C5B-5F92D668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B2B373-3D6D-9C28-B34F-E9AD7D17A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E4FB36-99F0-68EE-399B-EE2679A0D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2081AF-DE53-A887-D0A1-BB03F25B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9244E6-A342-5F77-2900-1F83EECD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465CD6-33F4-E578-8FA0-B5D6F7CC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3585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29B866-C280-0503-67C2-354EE9A54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630E5C-80BC-20DA-7F55-9961BAE25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5B2AAE-18FB-D705-46C3-5042FE39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BE163B-A629-9182-9732-D348B63D6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2877FF8-03EC-E93B-2F98-29C388012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7D0A350-F799-E14E-1BD8-221EBD13C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C963242-8101-6D02-9CE7-7AACB7EA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E43234-8CCD-B140-AEBF-46165657B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4624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AD626F-B4DE-DAA9-6AAF-5273D382A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AB13E1-F1B3-691C-A0CC-59EE8941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2134FA1-4B26-D9CC-3677-70B1AFBBB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DD19F2-705A-F936-91E1-B31652477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296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86AA7DF-19D4-B98B-92F7-B655BF48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B8CBB37-A979-69A2-A512-BA2F7DCA0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C98CAB-F461-5B75-9F87-919A907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374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9F5D0-5233-512B-6C95-4CCCA784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127A30-0A34-9598-C428-B0ED9553E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41A9EF-B3E6-1186-03E5-B9930E86B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9592BC-1CFB-B5B6-8467-67646D5A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B48305-7CBD-67C6-AD71-C4B752DE0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4D019D-88C2-E2F4-E433-6C6A20E5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92453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AB4CE-7A46-425A-EB98-AA309CE68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A98205-D547-5C4D-FBFA-269074788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072B21-3368-787A-C95A-80C4ECD73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E87433-3EC4-BE27-AFF3-92173FE0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7414A2-D82C-C99E-D982-55CE7416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213C20-FD74-B19C-2D0B-2B3E0207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056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A3846F-0217-7E6B-E607-074C375C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1E37AB-00F3-FD32-DDCC-5BC30BC92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89FEA9-9CAD-650D-9C5D-D9346A1CE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CF1A16-28CB-9394-935F-80B75135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FA4E1A-AD5D-EF64-B550-386940A9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3293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8ABD6BD-97AC-655D-24C5-CBF42E96C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F974D9A-4C3B-2AEF-AB45-E0D3A6AA5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1750A1-53EE-0557-7265-2A6E8902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B7B69A-D719-309D-1DC5-ACA502F0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220633-3E1A-BAAD-5585-91F22C87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6609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B7C8140-6F07-6458-7F75-E6D48282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105865-E601-CF84-BC07-6051D6EEB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BE97A3-275D-8434-3340-FD474E30C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D181A-147A-4BA8-AE4F-89058652C8AD}" type="datetimeFigureOut">
              <a:rPr lang="fr-CA" smtClean="0"/>
              <a:t>2025-11-29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BC221F-4C74-7DB3-23FC-EDC9EF4D8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A316A3-FF1C-E9CA-90D4-942429C7B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718FC-8D86-4389-B050-E939A0FB506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6342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2DF3A-66AB-ABDB-B196-86D98D83DE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Présentation oral – UA3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F5061E-49DF-613E-5A45-16E3A7182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Par Daniel Bourcier Blake et Kevin </a:t>
            </a:r>
            <a:r>
              <a:rPr lang="fr-CA" dirty="0" err="1"/>
              <a:t>Tchinda</a:t>
            </a:r>
            <a:r>
              <a:rPr lang="fr-CA" dirty="0"/>
              <a:t> </a:t>
            </a:r>
            <a:r>
              <a:rPr lang="fr-CA" dirty="0" err="1"/>
              <a:t>Ndiffo</a:t>
            </a: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96100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2264D5-D4D7-D6EA-9B4B-749001773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15FF05-907E-19D3-CE14-7E149726C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79255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Office PowerPoint</Application>
  <PresentationFormat>Grand écran</PresentationFormat>
  <Paragraphs>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oral – UA3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Bourcier Blake</dc:creator>
  <cp:lastModifiedBy>Daniel Bourcier Blake</cp:lastModifiedBy>
  <cp:revision>1</cp:revision>
  <dcterms:created xsi:type="dcterms:W3CDTF">2025-11-30T00:04:42Z</dcterms:created>
  <dcterms:modified xsi:type="dcterms:W3CDTF">2025-11-30T00:06:21Z</dcterms:modified>
</cp:coreProperties>
</file>