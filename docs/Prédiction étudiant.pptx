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61" r:id="rId5"/>
    <p:sldId id="259" r:id="rId6"/>
    <p:sldId id="262" r:id="rId7"/>
    <p:sldId id="258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iel Bourcier Blake" userId="1f43f700-ed1d-42f0-b765-8f68b4d6f965" providerId="ADAL" clId="{DF2AF9AC-18FA-4262-8DF2-A99287A49EF3}"/>
    <pc:docChg chg="addSld modSld">
      <pc:chgData name="Daniel Bourcier Blake" userId="1f43f700-ed1d-42f0-b765-8f68b4d6f965" providerId="ADAL" clId="{DF2AF9AC-18FA-4262-8DF2-A99287A49EF3}" dt="2025-12-03T18:38:39.564" v="81" actId="20577"/>
      <pc:docMkLst>
        <pc:docMk/>
      </pc:docMkLst>
      <pc:sldChg chg="modSp mod">
        <pc:chgData name="Daniel Bourcier Blake" userId="1f43f700-ed1d-42f0-b765-8f68b4d6f965" providerId="ADAL" clId="{DF2AF9AC-18FA-4262-8DF2-A99287A49EF3}" dt="2025-12-03T18:30:42.088" v="41" actId="20577"/>
        <pc:sldMkLst>
          <pc:docMk/>
          <pc:sldMk cId="197925552" sldId="257"/>
        </pc:sldMkLst>
        <pc:spChg chg="mod">
          <ac:chgData name="Daniel Bourcier Blake" userId="1f43f700-ed1d-42f0-b765-8f68b4d6f965" providerId="ADAL" clId="{DF2AF9AC-18FA-4262-8DF2-A99287A49EF3}" dt="2025-12-03T18:30:42.088" v="41" actId="20577"/>
          <ac:spMkLst>
            <pc:docMk/>
            <pc:sldMk cId="197925552" sldId="257"/>
            <ac:spMk id="2" creationId="{C52264D5-D4D7-D6EA-9B4B-7490017730D2}"/>
          </ac:spMkLst>
        </pc:spChg>
      </pc:sldChg>
      <pc:sldChg chg="modSp new mod">
        <pc:chgData name="Daniel Bourcier Blake" userId="1f43f700-ed1d-42f0-b765-8f68b4d6f965" providerId="ADAL" clId="{DF2AF9AC-18FA-4262-8DF2-A99287A49EF3}" dt="2025-12-03T18:30:25.023" v="22" actId="20577"/>
        <pc:sldMkLst>
          <pc:docMk/>
          <pc:sldMk cId="2651712627" sldId="258"/>
        </pc:sldMkLst>
        <pc:spChg chg="mod">
          <ac:chgData name="Daniel Bourcier Blake" userId="1f43f700-ed1d-42f0-b765-8f68b4d6f965" providerId="ADAL" clId="{DF2AF9AC-18FA-4262-8DF2-A99287A49EF3}" dt="2025-12-03T18:30:25.023" v="22" actId="20577"/>
          <ac:spMkLst>
            <pc:docMk/>
            <pc:sldMk cId="2651712627" sldId="258"/>
            <ac:spMk id="2" creationId="{3ACEFEAB-1413-C517-714F-DF0FEAF10E8E}"/>
          </ac:spMkLst>
        </pc:spChg>
      </pc:sldChg>
      <pc:sldChg chg="modSp new mod">
        <pc:chgData name="Daniel Bourcier Blake" userId="1f43f700-ed1d-42f0-b765-8f68b4d6f965" providerId="ADAL" clId="{DF2AF9AC-18FA-4262-8DF2-A99287A49EF3}" dt="2025-12-03T18:30:38.344" v="39" actId="20577"/>
        <pc:sldMkLst>
          <pc:docMk/>
          <pc:sldMk cId="676895106" sldId="259"/>
        </pc:sldMkLst>
        <pc:spChg chg="mod">
          <ac:chgData name="Daniel Bourcier Blake" userId="1f43f700-ed1d-42f0-b765-8f68b4d6f965" providerId="ADAL" clId="{DF2AF9AC-18FA-4262-8DF2-A99287A49EF3}" dt="2025-12-03T18:30:38.344" v="39" actId="20577"/>
          <ac:spMkLst>
            <pc:docMk/>
            <pc:sldMk cId="676895106" sldId="259"/>
            <ac:spMk id="2" creationId="{7C4D69CF-4217-5DD2-3CD7-F33E9F381DED}"/>
          </ac:spMkLst>
        </pc:spChg>
      </pc:sldChg>
      <pc:sldChg chg="modSp new mod">
        <pc:chgData name="Daniel Bourcier Blake" userId="1f43f700-ed1d-42f0-b765-8f68b4d6f965" providerId="ADAL" clId="{DF2AF9AC-18FA-4262-8DF2-A99287A49EF3}" dt="2025-12-03T18:30:49.666" v="58" actId="20577"/>
        <pc:sldMkLst>
          <pc:docMk/>
          <pc:sldMk cId="3990447980" sldId="260"/>
        </pc:sldMkLst>
        <pc:spChg chg="mod">
          <ac:chgData name="Daniel Bourcier Blake" userId="1f43f700-ed1d-42f0-b765-8f68b4d6f965" providerId="ADAL" clId="{DF2AF9AC-18FA-4262-8DF2-A99287A49EF3}" dt="2025-12-03T18:30:49.666" v="58" actId="20577"/>
          <ac:spMkLst>
            <pc:docMk/>
            <pc:sldMk cId="3990447980" sldId="260"/>
            <ac:spMk id="2" creationId="{1BD431CC-AC0F-A251-E8BC-6AC66DCF0821}"/>
          </ac:spMkLst>
        </pc:spChg>
      </pc:sldChg>
      <pc:sldChg chg="modSp new mod">
        <pc:chgData name="Daniel Bourcier Blake" userId="1f43f700-ed1d-42f0-b765-8f68b4d6f965" providerId="ADAL" clId="{DF2AF9AC-18FA-4262-8DF2-A99287A49EF3}" dt="2025-12-03T18:30:54.570" v="69" actId="20577"/>
        <pc:sldMkLst>
          <pc:docMk/>
          <pc:sldMk cId="3779872932" sldId="261"/>
        </pc:sldMkLst>
        <pc:spChg chg="mod">
          <ac:chgData name="Daniel Bourcier Blake" userId="1f43f700-ed1d-42f0-b765-8f68b4d6f965" providerId="ADAL" clId="{DF2AF9AC-18FA-4262-8DF2-A99287A49EF3}" dt="2025-12-03T18:30:54.570" v="69" actId="20577"/>
          <ac:spMkLst>
            <pc:docMk/>
            <pc:sldMk cId="3779872932" sldId="261"/>
            <ac:spMk id="2" creationId="{C5280904-2BE2-D3CE-F127-EC11BF12EBF0}"/>
          </ac:spMkLst>
        </pc:spChg>
      </pc:sldChg>
      <pc:sldChg chg="modSp new mod">
        <pc:chgData name="Daniel Bourcier Blake" userId="1f43f700-ed1d-42f0-b765-8f68b4d6f965" providerId="ADAL" clId="{DF2AF9AC-18FA-4262-8DF2-A99287A49EF3}" dt="2025-12-03T18:38:39.564" v="81" actId="20577"/>
        <pc:sldMkLst>
          <pc:docMk/>
          <pc:sldMk cId="1574182385" sldId="262"/>
        </pc:sldMkLst>
        <pc:spChg chg="mod">
          <ac:chgData name="Daniel Bourcier Blake" userId="1f43f700-ed1d-42f0-b765-8f68b4d6f965" providerId="ADAL" clId="{DF2AF9AC-18FA-4262-8DF2-A99287A49EF3}" dt="2025-12-03T18:38:39.564" v="81" actId="20577"/>
          <ac:spMkLst>
            <pc:docMk/>
            <pc:sldMk cId="1574182385" sldId="262"/>
            <ac:spMk id="2" creationId="{33B20054-F8A1-3EBA-8A48-25CB0B620BE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5B0970-38FC-5B2D-6E9C-7AC90B66CE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35AE94D-2CA3-6422-43D0-07A45A76FA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992935F-3FF9-73B6-F85D-CBDA08BD2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D181A-147A-4BA8-AE4F-89058652C8AD}" type="datetimeFigureOut">
              <a:rPr lang="fr-CA" smtClean="0"/>
              <a:t>2025-12-03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C7129A1-A190-B834-1D1B-7CBFA2FA9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5BBDB77-04AB-13B1-9C0D-F94D4C184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718FC-8D86-4389-B050-E939A0FB506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510688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59B4CE-2363-04D0-A4F4-716FF3E3E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E2881D-3C95-1E4B-5507-92810A0293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CB5DFDA-B1A1-A25A-D5F7-95B34EE87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D181A-147A-4BA8-AE4F-89058652C8AD}" type="datetimeFigureOut">
              <a:rPr lang="fr-CA" smtClean="0"/>
              <a:t>2025-12-03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11163CB-DDED-FDA8-30BC-76E29D040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B5224B-DE6B-0B9E-78E5-02D2A2A7A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718FC-8D86-4389-B050-E939A0FB506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221347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0E0F4C-1AB8-9BED-522A-237E8E33B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707E1E2-6C64-C959-A084-D36080ECB9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C9AC12-5639-8668-6058-8BB5D8D548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D181A-147A-4BA8-AE4F-89058652C8AD}" type="datetimeFigureOut">
              <a:rPr lang="fr-CA" smtClean="0"/>
              <a:t>2025-12-03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3FA6386-27BB-4237-931B-7678611C61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66FB1C9-3488-ED55-213F-9FD1DEE5D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718FC-8D86-4389-B050-E939A0FB506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21511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6F35F2-CC12-6DBD-5C5B-5F92D668E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1B2B373-3D6D-9C28-B34F-E9AD7D17AD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CE4FB36-99F0-68EE-399B-EE2679A0DD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32081AF-DE53-A887-D0A1-BB03F25B2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D181A-147A-4BA8-AE4F-89058652C8AD}" type="datetimeFigureOut">
              <a:rPr lang="fr-CA" smtClean="0"/>
              <a:t>2025-12-03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59244E6-A342-5F77-2900-1F83EECD1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5465CD6-33F4-E578-8FA0-B5D6F7CCB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718FC-8D86-4389-B050-E939A0FB506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358588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29B866-C280-0503-67C2-354EE9A54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7630E5C-80BC-20DA-7F55-9961BAE257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D5B2AAE-18FB-D705-46C3-5042FE39CD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3BE163B-A629-9182-9732-D348B63D67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2877FF8-03EC-E93B-2F98-29C3880121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77D0A350-F799-E14E-1BD8-221EBD13C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D181A-147A-4BA8-AE4F-89058652C8AD}" type="datetimeFigureOut">
              <a:rPr lang="fr-CA" smtClean="0"/>
              <a:t>2025-12-03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C963242-8101-6D02-9CE7-7AACB7EAD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9E43234-8CCD-B140-AEBF-46165657B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718FC-8D86-4389-B050-E939A0FB506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746247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AD626F-B4DE-DAA9-6AAF-5273D382A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F3AB13E1-F1B3-691C-A0CC-59EE8941A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D181A-147A-4BA8-AE4F-89058652C8AD}" type="datetimeFigureOut">
              <a:rPr lang="fr-CA" smtClean="0"/>
              <a:t>2025-12-03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2134FA1-4B26-D9CC-3677-70B1AFBBB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9DD19F2-705A-F936-91E1-B31652477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718FC-8D86-4389-B050-E939A0FB506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2966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86AA7DF-19D4-B98B-92F7-B655BF48F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D181A-147A-4BA8-AE4F-89058652C8AD}" type="datetimeFigureOut">
              <a:rPr lang="fr-CA" smtClean="0"/>
              <a:t>2025-12-03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B8CBB37-A979-69A2-A512-BA2F7DCA0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4C98CAB-F461-5B75-9F87-919A9075C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718FC-8D86-4389-B050-E939A0FB506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9037460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619F5D0-5233-512B-6C95-4CCCA7848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E127A30-0A34-9598-C428-B0ED9553E1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A41A9EF-B3E6-1186-03E5-B9930E86BD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19592BC-1CFB-B5B6-8467-67646D5A7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D181A-147A-4BA8-AE4F-89058652C8AD}" type="datetimeFigureOut">
              <a:rPr lang="fr-CA" smtClean="0"/>
              <a:t>2025-12-03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BB48305-7CBD-67C6-AD71-C4B752DE00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14D019D-88C2-E2F4-E433-6C6A20E5D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718FC-8D86-4389-B050-E939A0FB506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924531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5AB4CE-7A46-425A-EB98-AA309CE68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3A98205-D547-5C4D-FBFA-269074788F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F072B21-3368-787A-C95A-80C4ECD73B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DE87433-3EC4-BE27-AFF3-92173FE011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D181A-147A-4BA8-AE4F-89058652C8AD}" type="datetimeFigureOut">
              <a:rPr lang="fr-CA" smtClean="0"/>
              <a:t>2025-12-03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A7414A2-D82C-C99E-D982-55CE7416B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7213C20-FD74-B19C-2D0B-2B3E0207E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718FC-8D86-4389-B050-E939A0FB506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40564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A3846F-0217-7E6B-E607-074C375C7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F1E37AB-00F3-FD32-DDCC-5BC30BC928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889FEA9-9CAD-650D-9C5D-D9346A1CE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D181A-147A-4BA8-AE4F-89058652C8AD}" type="datetimeFigureOut">
              <a:rPr lang="fr-CA" smtClean="0"/>
              <a:t>2025-12-03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ACF1A16-28CB-9394-935F-80B75135E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2FA4E1A-AD5D-EF64-B550-386940A93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718FC-8D86-4389-B050-E939A0FB506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329386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88ABD6BD-97AC-655D-24C5-CBF42E96CE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F974D9A-4C3B-2AEF-AB45-E0D3A6AA5E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A1750A1-53EE-0557-7265-2A6E8902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D181A-147A-4BA8-AE4F-89058652C8AD}" type="datetimeFigureOut">
              <a:rPr lang="fr-CA" smtClean="0"/>
              <a:t>2025-12-03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6B7B69A-D719-309D-1DC5-ACA502F0D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7220633-3E1A-BAAD-5585-91F22C87B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718FC-8D86-4389-B050-E939A0FB506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66093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5B7C8140-6F07-6458-7F75-E6D482825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9105865-E601-CF84-BC07-6051D6EEB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8BE97A3-275D-8434-3340-FD474E30C3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AD181A-147A-4BA8-AE4F-89058652C8AD}" type="datetimeFigureOut">
              <a:rPr lang="fr-CA" smtClean="0"/>
              <a:t>2025-12-03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1BC221F-4C74-7DB3-23FC-EDC9EF4D88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A316A3-FF1C-E9CA-90D4-942429C7B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D718FC-8D86-4389-B050-E939A0FB506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63427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22DF3A-66AB-ABDB-B196-86D98D83DE9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A" dirty="0"/>
              <a:t>Présentation oral – UA3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DF5061E-49DF-613E-5A45-16E3A718278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CA" dirty="0"/>
              <a:t>Par Daniel Bourcier Blake et Kevin </a:t>
            </a:r>
            <a:r>
              <a:rPr lang="fr-CA" dirty="0" err="1"/>
              <a:t>Tchinda</a:t>
            </a:r>
            <a:r>
              <a:rPr lang="fr-CA" dirty="0"/>
              <a:t> </a:t>
            </a:r>
            <a:r>
              <a:rPr lang="fr-CA" dirty="0" err="1"/>
              <a:t>Ndiffo</a:t>
            </a:r>
            <a:endParaRPr lang="fr-CA" dirty="0"/>
          </a:p>
          <a:p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8961009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2264D5-D4D7-D6EA-9B4B-749001773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Introduction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015FF05-907E-19D3-CE14-7E149726C9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79255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D431CC-AC0F-A251-E8BC-6AC66DCF0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Classification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15A6D13-C08B-3138-C7FF-A0BFA71A35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9904479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280904-2BE2-D3CE-F127-EC11BF12E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Régression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7522CD1-142A-5DD7-EE54-0088C8A62B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79872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4D69CF-4217-5DD2-3CD7-F33E9F381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Clustering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D5C14A5-6A77-1B61-2C7F-78F23DD908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768951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B20054-F8A1-3EBA-8A48-25CB0B620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Ensembles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ED903B-0333-6C53-7DA4-2C1D56422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741823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CEFEAB-1413-C517-714F-DF0FEAF10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Conclusion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59BB183-73D9-2111-786D-FF196D7BCB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5171262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513b79f-ce8d-43d6-b7e5-c12d3e236916}" enabled="1" method="Standard" siteId="{ad8a84ef-f1f3-4b14-ad08-b99ca66f7e3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18</Words>
  <Application>Microsoft Office PowerPoint</Application>
  <PresentationFormat>Grand écran</PresentationFormat>
  <Paragraphs>8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Thème Office</vt:lpstr>
      <vt:lpstr>Présentation oral – UA3</vt:lpstr>
      <vt:lpstr>Introduction</vt:lpstr>
      <vt:lpstr>Classification</vt:lpstr>
      <vt:lpstr>Régression</vt:lpstr>
      <vt:lpstr>Clustering</vt:lpstr>
      <vt:lpstr>Ensembles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Bourcier Blake</dc:creator>
  <cp:lastModifiedBy>Daniel Bourcier Blake</cp:lastModifiedBy>
  <cp:revision>1</cp:revision>
  <dcterms:created xsi:type="dcterms:W3CDTF">2025-11-30T00:04:42Z</dcterms:created>
  <dcterms:modified xsi:type="dcterms:W3CDTF">2025-12-03T18:54:26Z</dcterms:modified>
</cp:coreProperties>
</file>